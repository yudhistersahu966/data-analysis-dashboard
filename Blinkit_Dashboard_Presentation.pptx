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673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5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936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4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99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027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9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19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2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1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233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700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56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838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337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977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69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4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Blinkit Sales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Analytics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Analyze Blinkit sales performance using dashboard insights</a:t>
            </a:r>
          </a:p>
          <a:p>
            <a:r>
              <a:t>Tools Used: Excel &amp; Power BI</a:t>
            </a:r>
          </a:p>
          <a:p>
            <a:r>
              <a:t>Focus Areas: Sales, Items, Ratings, Outlet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$1.20M</a:t>
            </a:r>
          </a:p>
          <a:p>
            <a:r>
              <a:t>Average Sales per Item: $141</a:t>
            </a:r>
          </a:p>
          <a:p>
            <a:r>
              <a:t>Total Items Sold: 8,523</a:t>
            </a:r>
          </a:p>
          <a:p>
            <a:r>
              <a:t>Average Customer Rating: 3.9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increased steadily from 2011 to 2018</a:t>
            </a:r>
          </a:p>
          <a:p>
            <a:r>
              <a:t>Peak sales observed around 2018 ($205K)</a:t>
            </a:r>
          </a:p>
          <a:p>
            <a:r>
              <a:t>Slight decline post-2019 with recovery by 2022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Item Type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Categories: Fruits &amp; Vegetables, Snack Foods</a:t>
            </a:r>
          </a:p>
          <a:p>
            <a:r>
              <a:t>Lowest Sales Category: Seafood</a:t>
            </a:r>
          </a:p>
          <a:p>
            <a:r>
              <a:t>Balanced contribution across essential grocery items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Outlet Size &amp; Location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Medium-sized outlets generate highest sales</a:t>
            </a:r>
          </a:p>
          <a:p>
            <a:r>
              <a:t>Tier 3 locations outperform Tier 1 and Tier 2</a:t>
            </a:r>
          </a:p>
          <a:p>
            <a:r>
              <a:t>Expansion potential in Tier 3 cities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Outlet Type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Supermarket Type 1 leads in total sales</a:t>
            </a:r>
          </a:p>
          <a:p>
            <a:r>
              <a:t>Grocery Stores sell highest number of items</a:t>
            </a:r>
          </a:p>
          <a:p>
            <a:r>
              <a:t>Average ratings consistent across outlet 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Fat Content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Regular fat products contribute higher sales than low-fat</a:t>
            </a:r>
          </a:p>
          <a:p>
            <a:r>
              <a:t>Customer preference leans towards regular 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focus on high-performing categories</a:t>
            </a:r>
          </a:p>
          <a:p>
            <a:r>
              <a:t>Expand medium-sized outlets in Tier 3 locations</a:t>
            </a:r>
          </a:p>
          <a:p>
            <a:r>
              <a:t>Improve low-performing product 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provides actionable insights</a:t>
            </a:r>
          </a:p>
          <a:p>
            <a:r>
              <a:t>Helps in strategic planning and decision-making</a:t>
            </a:r>
          </a:p>
          <a:p>
            <a:r>
              <a:t>Can be enhanced with customer demographics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210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Blinkit Sales Dashboard Analysis</vt:lpstr>
      <vt:lpstr>Project Overview</vt:lpstr>
      <vt:lpstr>Key KPIs Summary</vt:lpstr>
      <vt:lpstr>Sales Trend Analysis</vt:lpstr>
      <vt:lpstr>Item Type Performance</vt:lpstr>
      <vt:lpstr>Outlet Size &amp; Location Insights</vt:lpstr>
      <vt:lpstr>Outlet Type Comparison</vt:lpstr>
      <vt:lpstr>Fat Content Analysis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yudhister sahu</cp:lastModifiedBy>
  <cp:revision>2</cp:revision>
  <dcterms:created xsi:type="dcterms:W3CDTF">2013-01-27T09:14:16Z</dcterms:created>
  <dcterms:modified xsi:type="dcterms:W3CDTF">2026-01-14T19:30:28Z</dcterms:modified>
  <cp:category/>
</cp:coreProperties>
</file>